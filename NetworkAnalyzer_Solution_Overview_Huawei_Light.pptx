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An AI Copilot for Network &amp; Commercial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15258" cy="164592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Unified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Network + commercial data, one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468880"/>
            <a:ext cx="3515258" cy="164592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24688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Reasons over your data and self-corrects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2468880"/>
            <a:ext cx="3515258" cy="164592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24688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Human-in-loop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AI proposes - people approve &amp;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Solution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Overview   -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Market Insight &amp; Operator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Why operators struggle to turn data into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10047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Data-rich, insight-poor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Operators hold massive network and billing data, but getting answers needs SQL, dashboards and specialists.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554480"/>
            <a:ext cx="5410047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Rising churn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Subscribers leave over service quality and price - and churn is usually spotted late, after the damage is 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9194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91940"/>
            <a:ext cx="5410047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Missed monetization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5G upsell, plan upgrades and retention offers go untapped without timely, targeted insight.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091940"/>
            <a:ext cx="5410047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4091940"/>
            <a:ext cx="5410047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Siloed &amp;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Network and commercial teams work apart; manual analysis takes days while decisions lag the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Market &amp; Challenges   -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Proposed Solution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A conversational copilot over the operator's own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Ask in plain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Natural-language questions over network + commercial data - no SQL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Agentic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Plans multi-step queries, self-corrects wrong tables/columns, grounds answers in real 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Visual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Auto-generated charts, drill-down mind maps and strategy diagrams from any question.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Human-in-the-loop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The AI proposes SMS &amp; campaigns; a person reviews, edits and approves - or originates their 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Closed-loop 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Tracks delivery and replies, feeding results back so targeting keeps improving.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Proactive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Links service issues to churn risk and surfaces high-value customers worth saving.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&amp; Features   -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Solution Value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What the operator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Faster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Answers in seconds, not days - anyone can query the data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Proactive retention &amp; upsell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Spot at-risk high-value customers and act before they churn.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Trustworthy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Grounded in real query results, with guards against fabricated numbers.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Safe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No action fires without human approval - with a full audit trail.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One unified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Network quality and commercial value, together at last.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Lower cost to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Removes the analyst bottleneck between a question and its answer.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Value &amp; Benefits   -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Demo &amp;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The solution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15258" cy="42062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470"/>
                </a:solidFill>
                <a:latin typeface="Calibri"/>
              </a:rPr>
              <a:t>[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Copilot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470"/>
                </a:solidFill>
                <a:latin typeface="Calibri"/>
              </a:rPr>
              <a:t>Ask questions, get grounded answers + visuals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645920"/>
            <a:ext cx="3515258" cy="42062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64592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470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470"/>
                </a:solidFill>
                <a:latin typeface="Calibri"/>
              </a:rPr>
              <a:t>Network, subscribers, commercial &amp; campaigns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645920"/>
            <a:ext cx="3515258" cy="42062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64592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470"/>
                </a:solidFill>
                <a:latin typeface="Calibri"/>
              </a:rPr>
              <a:t>[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Ops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470"/>
                </a:solidFill>
                <a:latin typeface="Calibri"/>
              </a:rPr>
              <a:t>Review, approve, edit and send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470"/>
                </a:solidFill>
                <a:latin typeface="Calibri"/>
              </a:rPr>
              <a:t>Replace the placeholders with live screenshots before presenting.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Demo   -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  <a:latin typeface="Calibri"/>
              </a:rPr>
              <a:t>Areas of Improvement -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000B"/>
                </a:solidFill>
                <a:latin typeface="Calibri"/>
              </a:rPr>
              <a:t>Where the solution goes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Multi-user &amp;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Per-session isolation and persistent memory for team-wide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Deeper churn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Fold network-experience signals directly into churn prediction.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E89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Live 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Real SMS / CRM gateways and streaming data sources.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More 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Scheduled insights and guarded auto-actions within policy.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Production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Scale for larger data volumes and concurrent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F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2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Broader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0"/>
                </a:solidFill>
                <a:latin typeface="Calibri"/>
              </a:rPr>
              <a:t>More KPIs, geospatial views and forecasting.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Future Work   -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7000B"/>
                </a:solidFill>
                <a:latin typeface="Calibri"/>
              </a:rPr>
              <a:t>NetworkAnalyzer - turning operator data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297680"/>
            <a:ext cx="182880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Thank you   -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