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An AI Copilot for Network &amp; Commercial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Unified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+ commercial data, one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24688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Reasons over your data and self-corrects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7796" y="24688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6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Human-in-loop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AI proposes - people approve &amp;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Solution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Overview   -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Market Insight &amp; Operator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Why operators struggle to turn data into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10047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Data-rich, insight-poor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Operators hold massive network and billing data, but getting answers needs SQL, dashboards and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3007" y="1554480"/>
            <a:ext cx="5410047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1607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Rising churn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Subscribers leave over service quality and price - and churn is usually spotted late, after the damage is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194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091940"/>
            <a:ext cx="5410047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Missed monetization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5G upsell, plan upgrades and retention offers go untapped without timely, targeted insight.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09194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3007" y="4091940"/>
            <a:ext cx="5410047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1607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Siloed &amp;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and commercial teams work apart; manual analysis takes days while decisions lag the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Market &amp; Challenges   -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Proposed Solution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A conversational copilot over the operator's own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Ask in plain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Natural-language questions over network + commercial data - no SQL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Agentic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Plans multi-step queries, self-corrects wrong tables/columns, grounds answers in real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Visual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B6470"/>
                </a:solidFill>
                <a:latin typeface="Calibri"/>
              </a:rPr>
              <a:t>Auto-generated charts, drill-down mind maps and strategy diagrams from any question.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Human-in-the-loop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The AI proposes SMS &amp; campaigns; a person reviews, edits and approves - or originates their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A1A1A"/>
                </a:solidFill>
                <a:latin typeface="Calibri"/>
              </a:rPr>
              <a:t>Closed-loop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B6470"/>
                </a:solidFill>
                <a:latin typeface="Calibri"/>
              </a:rPr>
              <a:t>Tracks delivery and replies, feeding results back so targeting keeps improving.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Proactive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Links service issues to churn risk and surfaces high-value customers worth saving.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&amp; Features   -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Solution Value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What the operator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Faster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Answers in seconds, not days - anyone can query the data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Proactive retention &amp; upsell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Spot at-risk high-value customers and act before they churn.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Trustworthy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Grounded in real query results, with guards against fabricated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No action fires without human approval - with a full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One unified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quality and commercial value, together at last.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Lower cost to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Removes the analyst bottleneck between a question and its answer.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Value &amp; Benefits   -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Demo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The solution in action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C372DC-B01E-F62A-2C27-2CDCA74A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976"/>
            <a:ext cx="12192000" cy="53990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Demo   -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Demo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The solution in action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1C372DC-B01E-F62A-2C27-2CDCA74A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976"/>
            <a:ext cx="12192000" cy="53990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62603"/>
            <a:ext cx="52120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FFFFFF"/>
                </a:solidFill>
                <a:latin typeface="Calibri"/>
              </a:rPr>
              <a:t>Demo   -   5</a:t>
            </a:r>
            <a:r>
              <a:rPr lang="en-US" sz="1100" b="0" dirty="0">
                <a:solidFill>
                  <a:srgbClr val="FFFFFF"/>
                </a:solidFill>
                <a:latin typeface="Calibri"/>
              </a:rPr>
              <a:t>.2</a:t>
            </a:r>
            <a:endParaRPr sz="1100" b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619ED-D5FF-1CFD-AA80-E0E8D903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336"/>
            <a:ext cx="12192000" cy="50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04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Areas of Improvement -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Where the solution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Multi-user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Per-session isolation and persistent memory for team-wide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Deeper churn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Fold network-experience signals directly into churn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Live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Real SMS / CRM gateways and streaming data sources.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More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Scheduled insights and guarded auto-actions within policy.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Production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Scale for larger data volumes and concurrent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Broader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More KPIs, geospatial views and forecasting.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Future Work   -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7000B"/>
                </a:solidFill>
                <a:latin typeface="Calibri"/>
              </a:rPr>
              <a:t>NetworkAnalyzer - turning operator data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297680"/>
            <a:ext cx="182880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Thank you   -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483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Mootez Kniss</dc:creator>
  <cp:keywords/>
  <dc:description>generated using python-pptx</dc:description>
  <cp:lastModifiedBy>Mootez Kniss</cp:lastModifiedBy>
  <cp:revision>3</cp:revision>
  <dcterms:created xsi:type="dcterms:W3CDTF">2013-01-27T09:14:16Z</dcterms:created>
  <dcterms:modified xsi:type="dcterms:W3CDTF">2026-07-03T13:36:54Z</dcterms:modified>
  <cp:category/>
</cp:coreProperties>
</file>